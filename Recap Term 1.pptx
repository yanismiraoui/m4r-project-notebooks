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909C2A-ADEB-AEE1-979A-58C490CD7B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43E155C-B443-9CCF-CE90-3D4D19D53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8275017-8774-7843-23E8-9AFBAEC85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40856-7B43-47B5-819C-9FDDE92E3AD7}" type="datetimeFigureOut">
              <a:rPr lang="en-US" smtClean="0"/>
              <a:t>12/19/2022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0D4381B-9283-F8F2-E12A-AF268AB8A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F7B4134-B8CC-44F7-8916-1B71AD419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B76A4-1977-4088-98DF-D6CBB718847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952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2BC2B29-37BD-C384-3895-17C33B599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DCE0C98-E02C-CCEC-731E-38C919F69F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1AE8999-82EE-D556-0282-B7B5C9444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40856-7B43-47B5-819C-9FDDE92E3AD7}" type="datetimeFigureOut">
              <a:rPr lang="en-US" smtClean="0"/>
              <a:t>12/19/2022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BF02F7A-80B4-4218-14C5-43B2E736E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F092447-9E8D-ECB6-0C6A-BD4B4E9CA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B76A4-1977-4088-98DF-D6CBB718847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6795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9C5330-A8FE-9E9D-1D29-327038DDE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6CD0DDD-63BB-FCA7-4CF9-6A27402AB1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33F70EF-E8C2-85B3-3936-7D1845141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40856-7B43-47B5-819C-9FDDE92E3AD7}" type="datetimeFigureOut">
              <a:rPr lang="en-US" smtClean="0"/>
              <a:t>12/19/2022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589FE62-673B-A7C4-01D5-B86F0BE2F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C8AC0F7-6918-8764-99B2-FC0E29964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B76A4-1977-4088-98DF-D6CBB718847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5741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7897257-E2E9-676C-96EE-4DF70FD30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08A3BFC-310F-1406-30B5-B69263945E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B890943-E631-6741-D600-C2CD061B6E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2D07428-B903-E522-26E1-A23857252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40856-7B43-47B5-819C-9FDDE92E3AD7}" type="datetimeFigureOut">
              <a:rPr lang="en-US" smtClean="0"/>
              <a:t>12/19/2022</a:t>
            </a:fld>
            <a:endParaRPr 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93A3371-0966-58CD-9484-476818E2F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2E58322-A096-F620-E496-74CF8D832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B76A4-1977-4088-98DF-D6CBB718847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30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E367EA-766D-8693-F865-C9AEFF1F2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585C166-A7E3-7306-EB76-0853B7CA38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6645187-B54A-B35C-66BE-9198221DA7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0558FBF-29A3-07C4-EACB-A288386B03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DDF57FF8-283F-BB69-86FB-410BD9928D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F13FE733-D3F1-486E-9970-E26B68E21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40856-7B43-47B5-819C-9FDDE92E3AD7}" type="datetimeFigureOut">
              <a:rPr lang="en-US" smtClean="0"/>
              <a:t>12/19/2022</a:t>
            </a:fld>
            <a:endParaRPr lang="en-US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ED04F4A7-2274-E950-08E5-1E731DA9E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7160558-83D8-700C-7C4A-22441D1C0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B76A4-1977-4088-98DF-D6CBB718847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9218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929F89E-EE72-BD3B-5134-F569A8246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3E883ED-351C-33CB-CCA2-FA0F01517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40856-7B43-47B5-819C-9FDDE92E3AD7}" type="datetimeFigureOut">
              <a:rPr lang="en-US" smtClean="0"/>
              <a:t>12/19/2022</a:t>
            </a:fld>
            <a:endParaRPr lang="en-US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9FD64F1-C41E-BBC2-4BFB-3ECB5D8B3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06E6076-4ABC-A318-6346-20F5DDE19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B76A4-1977-4088-98DF-D6CBB718847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3705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50A3901-AFD4-C8AF-B44A-335BD7AC6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40856-7B43-47B5-819C-9FDDE92E3AD7}" type="datetimeFigureOut">
              <a:rPr lang="en-US" smtClean="0"/>
              <a:t>12/19/2022</a:t>
            </a:fld>
            <a:endParaRPr lang="en-US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136F629-5ED2-8DF4-D8E8-7192E5F22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36BE694-1E87-A8B5-7F58-607A4B7A7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B76A4-1977-4088-98DF-D6CBB718847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319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3379219-D670-CF0A-D88C-46A044315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83C4D40-D57E-2D0B-EC0D-55C34BEDE1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AE1033D-F4E1-792C-076A-F111F455C1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D81605B-1942-6380-A534-CF5EE05B8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40856-7B43-47B5-819C-9FDDE92E3AD7}" type="datetimeFigureOut">
              <a:rPr lang="en-US" smtClean="0"/>
              <a:t>12/19/2022</a:t>
            </a:fld>
            <a:endParaRPr 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D72FA13-2DA0-D2AA-8FD0-BBD260580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6B1F22D-4F09-FD96-B160-9799163BC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B76A4-1977-4088-98DF-D6CBB718847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213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2BCD68F-4748-6836-80AB-247BE43C0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D84F462E-2EAD-802A-B2CF-D93994F37F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448CC23-67F7-448E-B417-7D0D9BB8D8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92AD743-DF61-E83A-27D2-0FE0D3433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40856-7B43-47B5-819C-9FDDE92E3AD7}" type="datetimeFigureOut">
              <a:rPr lang="en-US" smtClean="0"/>
              <a:t>12/19/2022</a:t>
            </a:fld>
            <a:endParaRPr 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AAE5B42-F1C8-8A62-DDB3-61F455E51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B35C92C-889C-2468-69F6-C6B61F2D6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B76A4-1977-4088-98DF-D6CBB718847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4166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698DC56-F196-C8F7-8AE6-E5862C4D7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E6DF01B-B640-87D3-12AB-0CCF347DFD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187C705-6467-E5C3-2C98-28A975235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40856-7B43-47B5-819C-9FDDE92E3AD7}" type="datetimeFigureOut">
              <a:rPr lang="en-US" smtClean="0"/>
              <a:t>12/19/2022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C246019-A3FE-48AD-3635-F0539A4AB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D36A3EB-610F-AA7E-EA88-CC21D9B72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B76A4-1977-4088-98DF-D6CBB718847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7606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7BBFA701-C32E-CE78-A11D-BE380B0E1F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3C6766B-A2A0-0115-2CA7-822411EF5D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0972221-568D-2534-297C-7CCBB9DF7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40856-7B43-47B5-819C-9FDDE92E3AD7}" type="datetimeFigureOut">
              <a:rPr lang="en-US" smtClean="0"/>
              <a:t>12/19/2022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D35B932-AB71-7DA7-D1EB-B9A35375A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7CA5708-8027-26CD-04C9-3725FC402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B76A4-1977-4088-98DF-D6CBB718847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513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77DAC5ED-E031-6380-7BED-B2D450EF8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5C9302F-8D1A-6800-A8D6-8A9FA73D28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4DFA3C7-AB3F-FF55-EF4F-FF75E28EA5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640856-7B43-47B5-819C-9FDDE92E3AD7}" type="datetimeFigureOut">
              <a:rPr lang="en-US" smtClean="0"/>
              <a:t>12/19/2022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1E3D0FD-EDEA-21E2-C9BE-278AA31E0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DC89350-0152-B18D-E351-9F95771135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1B76A4-1977-4088-98DF-D6CBB718847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761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AD9BEBC-DA8A-5386-15BF-CFA84C378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What I have done (some parts):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F5E2C68-0091-0831-0FC4-4AB4FCD51B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Literature review </a:t>
            </a:r>
            <a:r>
              <a:rPr lang="en-US" sz="2000" dirty="0">
                <a:sym typeface="Wingdings" panose="05000000000000000000" pitchFamily="2" charset="2"/>
              </a:rPr>
              <a:t> very complete and extensive literature review on multiple different aspects of the research project</a:t>
            </a:r>
          </a:p>
          <a:p>
            <a:r>
              <a:rPr lang="en-US" sz="2000" dirty="0">
                <a:sym typeface="Wingdings" panose="05000000000000000000" pitchFamily="2" charset="2"/>
              </a:rPr>
              <a:t>Data exploration and familiarization</a:t>
            </a:r>
          </a:p>
          <a:p>
            <a:r>
              <a:rPr lang="en-US" sz="2000" dirty="0">
                <a:sym typeface="Wingdings" panose="05000000000000000000" pitchFamily="2" charset="2"/>
              </a:rPr>
              <a:t>Built a basic auto encoder using a simple structure </a:t>
            </a:r>
          </a:p>
          <a:p>
            <a:r>
              <a:rPr lang="en-US" sz="2000" dirty="0">
                <a:sym typeface="Wingdings" panose="05000000000000000000" pitchFamily="2" charset="2"/>
              </a:rPr>
              <a:t>Built a complex auto encoder with a more convoluted architecture</a:t>
            </a:r>
          </a:p>
          <a:p>
            <a:r>
              <a:rPr lang="en-US" sz="2000" dirty="0">
                <a:sym typeface="Wingdings" panose="05000000000000000000" pitchFamily="2" charset="2"/>
              </a:rPr>
              <a:t>Built a VAE based on the architecture of a research paper</a:t>
            </a:r>
          </a:p>
          <a:p>
            <a:r>
              <a:rPr lang="en-US" sz="2000" dirty="0">
                <a:sym typeface="Wingdings" panose="05000000000000000000" pitchFamily="2" charset="2"/>
              </a:rPr>
              <a:t>Plotted graphs and applied some clustering methods (k-means, PCA, …) to the results of my models</a:t>
            </a:r>
          </a:p>
          <a:p>
            <a:r>
              <a:rPr lang="en-US" sz="2000" dirty="0">
                <a:sym typeface="Wingdings" panose="05000000000000000000" pitchFamily="2" charset="2"/>
              </a:rPr>
              <a:t>Constructed LOGOS plots of the sequences of my data</a:t>
            </a:r>
          </a:p>
          <a:p>
            <a:r>
              <a:rPr lang="en-US" sz="2000" dirty="0">
                <a:sym typeface="Wingdings" panose="05000000000000000000" pitchFamily="2" charset="2"/>
              </a:rPr>
              <a:t>Attempt to measure the relevance of my models by measuring the accuracy of the clustering</a:t>
            </a:r>
          </a:p>
          <a:p>
            <a:r>
              <a:rPr lang="en-US" sz="2000" b="1" dirty="0">
                <a:sym typeface="Wingdings" panose="05000000000000000000" pitchFamily="2" charset="2"/>
              </a:rPr>
              <a:t>Etc …</a:t>
            </a:r>
          </a:p>
        </p:txBody>
      </p:sp>
    </p:spTree>
    <p:extLst>
      <p:ext uri="{BB962C8B-B14F-4D97-AF65-F5344CB8AC3E}">
        <p14:creationId xmlns:p14="http://schemas.microsoft.com/office/powerpoint/2010/main" val="28195452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4BD86E-8634-D041-F36D-3167ACD5B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Next steps for Christmas: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AF1577E-C13E-7058-0549-310F53A878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120" y="1371600"/>
            <a:ext cx="10774680" cy="4805363"/>
          </a:xfrm>
        </p:spPr>
        <p:txBody>
          <a:bodyPr>
            <a:normAutofit fontScale="92500" lnSpcReduction="20000"/>
          </a:bodyPr>
          <a:lstStyle/>
          <a:p>
            <a:r>
              <a:rPr lang="en-US" sz="2000" dirty="0"/>
              <a:t>Build-up some additional knowledge about how VAE work and the mathematics behind it</a:t>
            </a:r>
          </a:p>
          <a:p>
            <a:r>
              <a:rPr lang="en-US" sz="2000" dirty="0">
                <a:highlight>
                  <a:srgbClr val="C0C0C0"/>
                </a:highlight>
              </a:rPr>
              <a:t>Generate some new sequences and check if they could be realistic (SOS OLGA)</a:t>
            </a:r>
          </a:p>
          <a:p>
            <a:r>
              <a:rPr lang="en-US" sz="2000" dirty="0">
                <a:highlight>
                  <a:srgbClr val="C0C0C0"/>
                </a:highlight>
              </a:rPr>
              <a:t>Build histograms with generated data and distance between two histograms</a:t>
            </a:r>
          </a:p>
          <a:p>
            <a:r>
              <a:rPr lang="en-US" sz="2000" dirty="0">
                <a:highlight>
                  <a:srgbClr val="FF0000"/>
                </a:highlight>
              </a:rPr>
              <a:t>Evaluate relevance of our models using </a:t>
            </a:r>
            <a:r>
              <a:rPr lang="en-US" sz="2000" dirty="0" err="1">
                <a:highlight>
                  <a:srgbClr val="FF0000"/>
                </a:highlight>
              </a:rPr>
              <a:t>TCRdist</a:t>
            </a:r>
            <a:r>
              <a:rPr lang="en-US" sz="2000" dirty="0">
                <a:highlight>
                  <a:srgbClr val="FF0000"/>
                </a:highlight>
              </a:rPr>
              <a:t> (</a:t>
            </a:r>
            <a:r>
              <a:rPr lang="en-US" sz="2000" dirty="0" err="1">
                <a:highlight>
                  <a:srgbClr val="FF0000"/>
                </a:highlight>
              </a:rPr>
              <a:t>Dbscan</a:t>
            </a:r>
            <a:r>
              <a:rPr lang="en-US" sz="2000" dirty="0">
                <a:highlight>
                  <a:srgbClr val="FF0000"/>
                </a:highlight>
              </a:rPr>
              <a:t> for VAE?)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Analysis in more depth of </a:t>
            </a:r>
            <a:r>
              <a:rPr lang="en-US" sz="2000" dirty="0" err="1"/>
              <a:t>DeepTCR</a:t>
            </a:r>
            <a:r>
              <a:rPr lang="en-US" sz="2000" dirty="0"/>
              <a:t> (model and its results + plots produced)</a:t>
            </a:r>
          </a:p>
          <a:p>
            <a:r>
              <a:rPr lang="en-US" sz="2000" dirty="0"/>
              <a:t>Evaluate accuracy of clustering with </a:t>
            </a:r>
            <a:r>
              <a:rPr lang="en-US" sz="2000" dirty="0" err="1"/>
              <a:t>DeepTCR</a:t>
            </a:r>
            <a:r>
              <a:rPr lang="en-US" sz="2000" dirty="0"/>
              <a:t> </a:t>
            </a:r>
          </a:p>
          <a:p>
            <a:r>
              <a:rPr lang="en-US" sz="2000" dirty="0" err="1"/>
              <a:t>DeepTCR</a:t>
            </a:r>
            <a:r>
              <a:rPr lang="en-US" sz="2000" dirty="0"/>
              <a:t> generate new sequences (comparison with my model)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Automate processes for building, training and evaluating the different models</a:t>
            </a:r>
          </a:p>
          <a:p>
            <a:r>
              <a:rPr lang="en-US" sz="2000" dirty="0"/>
              <a:t>Optimization of architecture and of the different hyperparameters of the model (AE and VAE)</a:t>
            </a:r>
          </a:p>
          <a:p>
            <a:r>
              <a:rPr lang="en-US" sz="2000" dirty="0"/>
              <a:t>Explore the possibility of using Transfer Learning to improve accuracy</a:t>
            </a:r>
          </a:p>
          <a:p>
            <a:r>
              <a:rPr lang="en-US" sz="2000" dirty="0"/>
              <a:t>Carry out a more detailed analysis of the trained weights and their interpretation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7325974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1D1E0E4-A57D-B941-77A4-17ABDB23B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 before Christmas: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2972187-776A-651B-1E91-458328FB5B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Am I having the right pace ? </a:t>
            </a:r>
          </a:p>
          <a:p>
            <a:r>
              <a:rPr lang="en-US" dirty="0"/>
              <a:t>When should I begin to write-up (Literature review) ?</a:t>
            </a:r>
          </a:p>
          <a:p>
            <a:r>
              <a:rPr lang="en-US" dirty="0"/>
              <a:t>Meetings schedule ? </a:t>
            </a:r>
          </a:p>
          <a:p>
            <a:r>
              <a:rPr lang="en-US" dirty="0"/>
              <a:t>How should I contact you if I have a question ? Teams or email ?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417962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280</Words>
  <Application>Microsoft Office PowerPoint</Application>
  <PresentationFormat>Grand écran</PresentationFormat>
  <Paragraphs>30</Paragraphs>
  <Slides>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Thème Office</vt:lpstr>
      <vt:lpstr>What I have done (some parts):</vt:lpstr>
      <vt:lpstr>Next steps for Christmas:</vt:lpstr>
      <vt:lpstr>Questions before Christmas: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I have done:</dc:title>
  <dc:creator>Yanis Miraoui</dc:creator>
  <cp:lastModifiedBy>Yanis Miraoui</cp:lastModifiedBy>
  <cp:revision>13</cp:revision>
  <dcterms:created xsi:type="dcterms:W3CDTF">2022-12-12T15:53:20Z</dcterms:created>
  <dcterms:modified xsi:type="dcterms:W3CDTF">2022-12-19T17:00:49Z</dcterms:modified>
</cp:coreProperties>
</file>